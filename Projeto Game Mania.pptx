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83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96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62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81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67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58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00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43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14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52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48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62C07-501B-40B6-9A26-D4E3D9B9A77E}" type="datetimeFigureOut">
              <a:rPr lang="pt-BR" smtClean="0"/>
              <a:t>29/09/2021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D052F-4597-4B13-BC3D-2B4B3ED970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13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946365"/>
            <a:ext cx="9144000" cy="1463041"/>
          </a:xfrm>
        </p:spPr>
        <p:txBody>
          <a:bodyPr/>
          <a:lstStyle/>
          <a:p>
            <a:r>
              <a:rPr lang="pt-BR" dirty="0" smtClean="0"/>
              <a:t>Projeto Game Mania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725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89318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Briefing: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29246" y="2207621"/>
            <a:ext cx="8538754" cy="4323807"/>
          </a:xfrm>
        </p:spPr>
        <p:txBody>
          <a:bodyPr>
            <a:normAutofit fontScale="62500" lnSpcReduction="20000"/>
          </a:bodyPr>
          <a:lstStyle/>
          <a:p>
            <a:endParaRPr lang="pt-BR" b="1" dirty="0" smtClean="0"/>
          </a:p>
          <a:p>
            <a:pPr algn="l"/>
            <a:r>
              <a:rPr lang="pt-BR" b="1" dirty="0" smtClean="0"/>
              <a:t> </a:t>
            </a:r>
            <a:r>
              <a:rPr lang="pt-BR" b="1" dirty="0"/>
              <a:t>• </a:t>
            </a:r>
            <a:r>
              <a:rPr lang="pt-BR" b="1" dirty="0" smtClean="0"/>
              <a:t> As cores utilizadas foi de desejo do cliente.</a:t>
            </a:r>
          </a:p>
          <a:p>
            <a:pPr algn="just"/>
            <a:endParaRPr lang="pt-BR" b="1" dirty="0" smtClean="0"/>
          </a:p>
          <a:p>
            <a:pPr algn="just"/>
            <a:endParaRPr lang="pt-BR" b="1" dirty="0"/>
          </a:p>
          <a:p>
            <a:pPr algn="just"/>
            <a:endParaRPr lang="pt-BR" b="1" dirty="0" smtClean="0"/>
          </a:p>
          <a:p>
            <a:pPr algn="just"/>
            <a:endParaRPr lang="pt-BR" b="1" dirty="0"/>
          </a:p>
          <a:p>
            <a:pPr algn="just"/>
            <a:endParaRPr lang="pt-BR" b="1" dirty="0" smtClean="0"/>
          </a:p>
          <a:p>
            <a:pPr algn="just"/>
            <a:endParaRPr lang="pt-BR" b="1" dirty="0" smtClean="0"/>
          </a:p>
          <a:p>
            <a:pPr algn="l"/>
            <a:r>
              <a:rPr lang="pt-BR" b="1" dirty="0" smtClean="0"/>
              <a:t> • Fotos dos produtos e clientes.</a:t>
            </a:r>
          </a:p>
          <a:p>
            <a:pPr algn="just"/>
            <a:endParaRPr lang="pt-BR" b="1" dirty="0"/>
          </a:p>
          <a:p>
            <a:pPr algn="just"/>
            <a:r>
              <a:rPr lang="pt-BR" b="1" dirty="0" smtClean="0"/>
              <a:t> • Tipografia da categoria </a:t>
            </a:r>
            <a:r>
              <a:rPr lang="pt-BR" b="1" dirty="0" err="1" smtClean="0"/>
              <a:t>S</a:t>
            </a:r>
            <a:r>
              <a:rPr lang="pt-BR" altLang="en-US" b="1" dirty="0" err="1" smtClean="0"/>
              <a:t>ans</a:t>
            </a:r>
            <a:r>
              <a:rPr lang="pt-BR" altLang="en-US" b="1" dirty="0" smtClean="0"/>
              <a:t> </a:t>
            </a:r>
            <a:r>
              <a:rPr lang="pt-BR" altLang="en-US" b="1" dirty="0" err="1"/>
              <a:t>Serif</a:t>
            </a:r>
            <a:r>
              <a:rPr lang="pt-BR" altLang="en-US" b="1" dirty="0"/>
              <a:t> ou </a:t>
            </a:r>
            <a:r>
              <a:rPr lang="pt-BR" altLang="en-US" b="1" dirty="0" err="1" smtClean="0"/>
              <a:t>Serif</a:t>
            </a:r>
            <a:r>
              <a:rPr lang="pt-BR" altLang="en-US" b="1" dirty="0" smtClean="0"/>
              <a:t>.</a:t>
            </a:r>
            <a:endParaRPr lang="pt-BR" b="1" dirty="0" smtClean="0"/>
          </a:p>
          <a:p>
            <a:pPr algn="just"/>
            <a:r>
              <a:rPr lang="pt-BR" b="1" dirty="0"/>
              <a:t>	</a:t>
            </a:r>
            <a:endParaRPr lang="pt-BR" b="1" dirty="0" smtClean="0"/>
          </a:p>
          <a:p>
            <a:pPr algn="just"/>
            <a:r>
              <a:rPr lang="pt-BR" b="1" dirty="0" smtClean="0"/>
              <a:t> • Pagina de contato.</a:t>
            </a:r>
            <a:r>
              <a:rPr lang="pt-BR" b="1" dirty="0"/>
              <a:t>						</a:t>
            </a:r>
            <a:r>
              <a:rPr lang="pt-BR" b="1" dirty="0" smtClean="0"/>
              <a:t>	</a:t>
            </a:r>
            <a:endParaRPr lang="pt-BR" b="1" dirty="0"/>
          </a:p>
          <a:p>
            <a:endParaRPr lang="pt-BR" b="1" dirty="0" smtClean="0"/>
          </a:p>
          <a:p>
            <a:r>
              <a:rPr lang="pt-BR" b="1" dirty="0"/>
              <a:t>				</a:t>
            </a:r>
            <a:r>
              <a:rPr lang="pt-BR" b="1" dirty="0" smtClean="0"/>
              <a:t>			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5637380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534" y="2854839"/>
            <a:ext cx="3060632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4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888274"/>
            <a:ext cx="9144000" cy="1776549"/>
          </a:xfrm>
        </p:spPr>
        <p:txBody>
          <a:bodyPr>
            <a:normAutofit/>
          </a:bodyPr>
          <a:lstStyle/>
          <a:p>
            <a:r>
              <a:rPr lang="pt-BR" b="1" dirty="0"/>
              <a:t>A</a:t>
            </a:r>
            <a:r>
              <a:rPr lang="pt-BR" b="1" dirty="0" smtClean="0"/>
              <a:t>plicação </a:t>
            </a:r>
            <a:r>
              <a:rPr lang="pt-BR" b="1" dirty="0"/>
              <a:t>dos princípios de UX, UI e Design Interativo: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3999" y="3644538"/>
            <a:ext cx="8678091" cy="3122022"/>
          </a:xfrm>
        </p:spPr>
        <p:txBody>
          <a:bodyPr>
            <a:normAutofit/>
          </a:bodyPr>
          <a:lstStyle/>
          <a:p>
            <a:pPr algn="l"/>
            <a:r>
              <a:rPr lang="pt-BR" b="1" dirty="0" smtClean="0"/>
              <a:t> •Sem propagandas e travamentos.</a:t>
            </a:r>
          </a:p>
          <a:p>
            <a:pPr algn="l"/>
            <a:endParaRPr lang="pt-BR" b="1" dirty="0"/>
          </a:p>
          <a:p>
            <a:pPr algn="just"/>
            <a:r>
              <a:rPr lang="pt-BR" b="1" dirty="0"/>
              <a:t> • </a:t>
            </a:r>
            <a:r>
              <a:rPr lang="pt-BR" b="1" dirty="0" smtClean="0"/>
              <a:t>Site minimalista, somente o necessário.</a:t>
            </a:r>
            <a:r>
              <a:rPr lang="pt-BR" b="1" dirty="0"/>
              <a:t>	</a:t>
            </a:r>
            <a:endParaRPr lang="pt-BR" b="1" dirty="0" smtClean="0"/>
          </a:p>
          <a:p>
            <a:pPr algn="just"/>
            <a:endParaRPr lang="pt-BR" b="1" dirty="0"/>
          </a:p>
          <a:p>
            <a:pPr algn="just"/>
            <a:r>
              <a:rPr lang="pt-BR" b="1" dirty="0"/>
              <a:t>						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900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6883"/>
          </a:xfrm>
        </p:spPr>
        <p:txBody>
          <a:bodyPr/>
          <a:lstStyle/>
          <a:p>
            <a:r>
              <a:rPr lang="pt-BR" b="1" dirty="0"/>
              <a:t> </a:t>
            </a:r>
            <a:r>
              <a:rPr lang="pt-BR" b="1" dirty="0" smtClean="0"/>
              <a:t>Principal dificuldade: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860765"/>
            <a:ext cx="9144000" cy="3435531"/>
          </a:xfrm>
        </p:spPr>
        <p:txBody>
          <a:bodyPr>
            <a:normAutofit/>
          </a:bodyPr>
          <a:lstStyle/>
          <a:p>
            <a:pPr algn="l"/>
            <a:r>
              <a:rPr lang="pt-BR" b="1" dirty="0" smtClean="0"/>
              <a:t>• A maior dificuldade foi encaixar o protótipo do desktop para mobile.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409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5771" y="1"/>
            <a:ext cx="2325189" cy="757646"/>
          </a:xfrm>
        </p:spPr>
        <p:txBody>
          <a:bodyPr>
            <a:normAutofit/>
          </a:bodyPr>
          <a:lstStyle/>
          <a:p>
            <a:r>
              <a:rPr lang="pt-BR" dirty="0" smtClean="0"/>
              <a:t>Projetos: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285" y="1799496"/>
            <a:ext cx="3200399" cy="4875621"/>
          </a:xfr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5355771" y="1188719"/>
            <a:ext cx="1959429" cy="610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Desktop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584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25142" y="365125"/>
            <a:ext cx="1619795" cy="1325563"/>
          </a:xfrm>
        </p:spPr>
        <p:txBody>
          <a:bodyPr/>
          <a:lstStyle/>
          <a:p>
            <a:r>
              <a:rPr lang="pt-BR" dirty="0" smtClean="0"/>
              <a:t>Tablet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306" y="1825625"/>
            <a:ext cx="43733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0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77394" y="365125"/>
            <a:ext cx="1828800" cy="1325563"/>
          </a:xfrm>
        </p:spPr>
        <p:txBody>
          <a:bodyPr/>
          <a:lstStyle/>
          <a:p>
            <a:r>
              <a:rPr lang="pt-BR" dirty="0" smtClean="0"/>
              <a:t>Mobile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1" y="1996001"/>
            <a:ext cx="1200318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408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79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Projeto Game Mania</vt:lpstr>
      <vt:lpstr>Briefing:</vt:lpstr>
      <vt:lpstr>Aplicação dos princípios de UX, UI e Design Interativo:</vt:lpstr>
      <vt:lpstr> Principal dificuldade:</vt:lpstr>
      <vt:lpstr>Projetos:</vt:lpstr>
      <vt:lpstr>Tablet</vt:lpstr>
      <vt:lpstr>Mobile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Game Mania</dc:title>
  <dc:creator>maicon Douglas</dc:creator>
  <cp:lastModifiedBy>maicon Douglas</cp:lastModifiedBy>
  <cp:revision>11</cp:revision>
  <dcterms:created xsi:type="dcterms:W3CDTF">2021-09-28T16:59:20Z</dcterms:created>
  <dcterms:modified xsi:type="dcterms:W3CDTF">2021-09-29T14:11:31Z</dcterms:modified>
</cp:coreProperties>
</file>